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5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6677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Office PowerPoint</Application>
  <PresentationFormat>On-screen Show (16:9)</PresentationFormat>
  <Paragraphs>16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T12: NLP based Browser History Search</dc:title>
  <dc:subject>PptxGenJS Presentation</dc:subject>
  <dc:creator>Samsung Talent Program STP Batch 2 - 2026</dc:creator>
  <cp:lastModifiedBy>Tran Dinh Hao D22CN02</cp:lastModifiedBy>
  <cp:revision>2</cp:revision>
  <dcterms:created xsi:type="dcterms:W3CDTF">2026-09-05T21:42:16Z</dcterms:created>
  <dcterms:modified xsi:type="dcterms:W3CDTF">2026-09-05T21:45:28Z</dcterms:modified>
</cp:coreProperties>
</file>